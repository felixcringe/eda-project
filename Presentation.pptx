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979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E244D-CA8C-36E5-10AC-2D31DD7BB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03571-D17F-DEA3-5E03-3A2FABE92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CED30-3A30-E20C-2A25-F5B485618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30CD3-B5C4-A600-DD2F-524624D35B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1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County Housing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for a budget buyer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Hansen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29.5.26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Felix — EDA Project — King County Housing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Felix — EDA Project — King County Housing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Hansen — buyer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children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budget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family home in a nice, social neighborhood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Felix — EDA Project — King County Housing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County, Washington (Seattle and surroundings)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21,420 home sales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2014 – May 2015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zip codes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sale: price, size, bedrooms, bathrooms, condition, grade, location, year built, renovation history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BBAC422-D866-42A2-663A-78FE7EBE9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17" y="361604"/>
            <a:ext cx="8145966" cy="442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54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hypotheses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Felix — EDA Project — King County Housing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differs a lot between regions / zip codes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regions do not necessarily have worse-condition or lower-grade houses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Renovated houses sell above un-renovated ones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Location drives price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Felix — EDA Project — King County Housing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 per sqft varies 3.9× between the cheapest and priciest zip code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 per zip varies 8.1× between the cheapest and priciest zip code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neighborhoods sit farther from downtown Seattle (clear distance-to-price gradient)</a:t>
            </a:r>
            <a:endParaRPr lang="en-US" sz="16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0DF0094-8208-6095-C078-6A2005505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291" y="1442232"/>
            <a:ext cx="4354350" cy="29318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Affordable ≠ run-down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Felix — EDA Project — King County Housing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is essentially flat across price tiers (mean 3.42 / 3.38 / 3.52)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rises with price tier (mean 7.25 / 7.79 / 8.67)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neighborhoods are not worse-maintained</a:t>
            </a:r>
            <a:endParaRPr lang="en-US" sz="16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3DF4BEE-64FE-E96D-9135-96A755498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171" y="1508421"/>
            <a:ext cx="4431829" cy="29721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Renovation increases prices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Felix — EDA Project — King County Housing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5212" y="857255"/>
            <a:ext cx="8229600" cy="186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$/sqft: never-renovated $244 · old $278 · mid $326 · recent $313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Sample sizes small, ~240 homes per renovation bucket vs. 20,680 never-renovated</a:t>
            </a:r>
            <a:endParaRPr lang="en-US" sz="16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28931E0-D695-12B0-C197-6E8C72C88C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0" t="10627" r="4112" b="7095"/>
          <a:stretch/>
        </p:blipFill>
        <p:spPr>
          <a:xfrm>
            <a:off x="888380" y="2571750"/>
            <a:ext cx="7367240" cy="22308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Felix — EDA Project — King County Housing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is the dominant price driver — up to 8× variation between zip codes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does not mean run-down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 increases value of house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Thomas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Felix — EDA Project — King County Housing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135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southern King County — zip codes 98002, 98056, 98118 (most affordable family-sized homes)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98002: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E89DE3D-BAC8-6A47-9AAB-66BDAC536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57" y="2571750"/>
            <a:ext cx="7772400" cy="11864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98C72-E328-1042-D0C0-C1C6AF3F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E5DE89-7E23-F44B-502B-AA47FD5F535E}"/>
              </a:ext>
            </a:extLst>
          </p:cNvPr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Thomas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FA94BB0-EBBE-560D-9A7A-86DFDBCE4E5A}"/>
              </a:ext>
            </a:extLst>
          </p:cNvPr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EFE668-73FF-4194-0396-9B322436F887}"/>
              </a:ext>
            </a:extLst>
          </p:cNvPr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Felix — EDA Project — King County Housing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83E7512-5D4B-FD11-4ED1-8F8514ECEED9}"/>
              </a:ext>
            </a:extLst>
          </p:cNvPr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2ABC179-2519-02BB-2A15-DD36BF762C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" t="11157" b="8746"/>
          <a:stretch/>
        </p:blipFill>
        <p:spPr>
          <a:xfrm>
            <a:off x="457199" y="986605"/>
            <a:ext cx="7943385" cy="371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55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386E864-2715-1A5E-5F68-9DE0D5281252}"/>
              </a:ext>
            </a:extLst>
          </p:cNvPr>
          <p:cNvSpPr txBox="1"/>
          <p:nvPr/>
        </p:nvSpPr>
        <p:spPr>
          <a:xfrm>
            <a:off x="3099192" y="2387084"/>
            <a:ext cx="2945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attention</a:t>
            </a:r>
            <a:r>
              <a:rPr lang="de-D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12051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Microsoft Macintosh PowerPoint</Application>
  <PresentationFormat>Bildschirmpräsentation (16:9)</PresentationFormat>
  <Paragraphs>70</Paragraphs>
  <Slides>12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King County EDA — Thomas Hansen</dc:title>
  <dc:subject>PptxGenJS Presentation</dc:subject>
  <dc:creator>PptxGenJS</dc:creator>
  <cp:lastModifiedBy>Felix Crijnen</cp:lastModifiedBy>
  <cp:revision>4</cp:revision>
  <dcterms:created xsi:type="dcterms:W3CDTF">2026-05-28T22:27:38Z</dcterms:created>
  <dcterms:modified xsi:type="dcterms:W3CDTF">2026-05-28T22:58:48Z</dcterms:modified>
</cp:coreProperties>
</file>